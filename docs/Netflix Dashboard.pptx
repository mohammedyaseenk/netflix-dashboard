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NetflixDashboard_17639126754900/NetflixDashboard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C9BA35F1-BDD2-4C2B-9D34-52098F659D3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Netflix 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3ABD0060-6096-4B92-BCE4-87C2C265883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11/23/2025 3:45:31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tflix Dashboard" id="2" name="slide2">
            <a:extLst>
              <a:ext uri="{FF2B5EF4-FFF2-40B4-BE49-F238E27FC236}">
                <a16:creationId xmlns:a16="http://schemas.microsoft.com/office/drawing/2014/main" id="{634F74B4-AB1F-40B4-95BD-ED0DADD52E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538"/>
            <a:ext cx="12191999" cy="677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2025-11-23T15:45:32Z</dcterms:created>
  <dcterms:modified xsi:type="dcterms:W3CDTF">2025-11-23T15:45:32Z</dcterms:modified>
</cp:coreProperties>
</file>